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Urbanist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8C357F-AF18-42D8-9552-3507CF56A27D}">
  <a:tblStyle styleId="{4A8C357F-AF18-42D8-9552-3507CF56A2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25819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SQL vs </a:t>
            </a:r>
            <a:r>
              <a:rPr lang="en-US" sz="63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MongoDB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6774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Relational Precision vs. Document-Oriented Agility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0" y="3847058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RELATIONAL PARADIGM: SQL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21240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Structured Storage: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Organizes data into predefined tables with strictly typed rows and columns.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297180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ACID Compliance: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Guarantees Atomicity, Consistency, Isolation, and Durability for transactions.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1243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 Queries: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Exceptional at joining multiple tables to uncover deep relational insights.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97205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Vertical Scaling: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Designed to scale by increasing hardware capacity (CPU/RAM) on a single server.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24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71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720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762000"/>
            <a:ext cx="5000625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DOCUMENT PARADIGM: MONGODB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762000"/>
            <a:ext cx="57150" cy="1657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52500" y="29527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Schema: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BSON format allows diverse data structures within the same collection.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38004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Speed Ops: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Optimized for rapid read/write workloads and unstructured data ingestion.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46482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Horizontal Scaling: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Native sharding allows scaling across multiple distributed servers.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549592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Embedded Data: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Reduces need for joins by nesting related data within a single document.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2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00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48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959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HEAD-TO-HEAD COMPARISON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1895475"/>
            <a:ext cx="11049000" cy="40005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>
            <p:extLst>
              <p:ext uri="{D42A27DB-BD31-4B8C-83A1-F6EECF244321}">
                <p14:modId xmlns:p14="http://schemas.microsoft.com/office/powerpoint/2010/main" val="2929579671"/>
              </p:ext>
            </p:extLst>
          </p:nvPr>
        </p:nvGraphicFramePr>
        <p:xfrm>
          <a:off x="571500" y="1895475"/>
          <a:ext cx="11049000" cy="4000500"/>
        </p:xfrm>
        <a:graphic>
          <a:graphicData uri="http://schemas.openxmlformats.org/drawingml/2006/table">
            <a:tbl>
              <a:tblPr firstRow="1" bandRow="1">
                <a:noFill/>
                <a:tableStyleId>{4A8C357F-AF18-42D8-9552-3507CF56A27D}</a:tableStyleId>
              </a:tblPr>
              <a:tblGrid>
                <a:gridCol w="244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 (Relational)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MongoDB (NoSQL)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Format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Tables &amp; Rows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JSON-like (BSON) Documents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Rigid / Pre-defined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Flexible / Dynamic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Scalability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Vertical (Scale-up)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Horizontal (Scale-out)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Transactions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ACID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ACID at Document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Joins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Efficient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Minimal (Lookups/Embedding)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571500" y="2595562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015853" y="2595562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057280" y="2595562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3252787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015853" y="3252787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057280" y="3252787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3910012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015853" y="3910012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057280" y="3910012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4567237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015853" y="4567237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057280" y="4567237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5224462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015853" y="5224462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057280" y="5224462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5881687"/>
            <a:ext cx="24443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015853" y="5881687"/>
            <a:ext cx="40414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057280" y="5881687"/>
            <a:ext cx="4563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34924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504950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504950"/>
            <a:ext cx="34924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STRATEGIC SELECTION GUIDE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81625" y="5438775"/>
            <a:ext cx="14287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94241" y="2647950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 Systems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62025" y="3162300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is the gold standard for banking and accounting where transactional integrity is paramount.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72388" y="26479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Big Data &amp; IoT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740175" y="316230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MongoDB excels at handling massive volumes of unstructured sensor data in real-time.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50691" y="2647950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E-Commerce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518475" y="3162300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Hybrid approach: SQL for inventory/payments, MongoDB for product catalogs and user profiles.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9100" y="1943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67251" y="1943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16975" y="1943100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Inter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Golden-Joe Osegbe</dc:creator>
  <cp:lastModifiedBy>Golden-Joe Osegbe</cp:lastModifiedBy>
  <cp:revision>1</cp:revision>
  <dcterms:modified xsi:type="dcterms:W3CDTF">2026-02-23T01:36:02Z</dcterms:modified>
</cp:coreProperties>
</file>